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43" r:id="rId1"/>
  </p:sldMasterIdLst>
  <p:notesMasterIdLst>
    <p:notesMasterId r:id="rId28"/>
  </p:notesMasterIdLst>
  <p:sldIdLst>
    <p:sldId id="288" r:id="rId2"/>
    <p:sldId id="256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67" r:id="rId12"/>
    <p:sldId id="268" r:id="rId13"/>
    <p:sldId id="269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80" r:id="rId22"/>
    <p:sldId id="281" r:id="rId23"/>
    <p:sldId id="282" r:id="rId24"/>
    <p:sldId id="283" r:id="rId25"/>
    <p:sldId id="284" r:id="rId26"/>
    <p:sldId id="285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3B21F3-1F1A-4EA1-9349-1A809A59EDFC}" v="22" dt="2026-08-25T04:35:14.8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gowtham9002@gmail.com" userId="8fcd25784fe06dae" providerId="LiveId" clId="{636F156A-CC3A-4BFD-9343-5CCC2FDE06EB}"/>
    <pc:docChg chg="undo custSel addSld delSld modSld sldOrd">
      <pc:chgData name="sgowtham9002@gmail.com" userId="8fcd25784fe06dae" providerId="LiveId" clId="{636F156A-CC3A-4BFD-9343-5CCC2FDE06EB}" dt="2026-08-29T03:33:44.874" v="432"/>
      <pc:docMkLst>
        <pc:docMk/>
      </pc:docMkLst>
      <pc:sldChg chg="ord">
        <pc:chgData name="sgowtham9002@gmail.com" userId="8fcd25784fe06dae" providerId="LiveId" clId="{636F156A-CC3A-4BFD-9343-5CCC2FDE06EB}" dt="2026-08-27T04:40:41.313" v="419"/>
        <pc:sldMkLst>
          <pc:docMk/>
          <pc:sldMk cId="1316985008" sldId="256"/>
        </pc:sldMkLst>
      </pc:sldChg>
      <pc:sldChg chg="modSp del mod">
        <pc:chgData name="sgowtham9002@gmail.com" userId="8fcd25784fe06dae" providerId="LiveId" clId="{636F156A-CC3A-4BFD-9343-5CCC2FDE06EB}" dt="2026-08-29T03:33:21.502" v="430" actId="47"/>
        <pc:sldMkLst>
          <pc:docMk/>
          <pc:sldMk cId="946589759" sldId="262"/>
        </pc:sldMkLst>
        <pc:picChg chg="mod">
          <ac:chgData name="sgowtham9002@gmail.com" userId="8fcd25784fe06dae" providerId="LiveId" clId="{636F156A-CC3A-4BFD-9343-5CCC2FDE06EB}" dt="2026-08-27T04:28:57.675" v="417" actId="1076"/>
          <ac:picMkLst>
            <pc:docMk/>
            <pc:sldMk cId="946589759" sldId="262"/>
            <ac:picMk id="2" creationId="{00000000-0000-0000-0000-000000000000}"/>
          </ac:picMkLst>
        </pc:picChg>
      </pc:sldChg>
      <pc:sldChg chg="del">
        <pc:chgData name="sgowtham9002@gmail.com" userId="8fcd25784fe06dae" providerId="LiveId" clId="{636F156A-CC3A-4BFD-9343-5CCC2FDE06EB}" dt="2026-08-29T03:33:08.114" v="427" actId="47"/>
        <pc:sldMkLst>
          <pc:docMk/>
          <pc:sldMk cId="757232346" sldId="263"/>
        </pc:sldMkLst>
      </pc:sldChg>
      <pc:sldChg chg="add del">
        <pc:chgData name="sgowtham9002@gmail.com" userId="8fcd25784fe06dae" providerId="LiveId" clId="{636F156A-CC3A-4BFD-9343-5CCC2FDE06EB}" dt="2026-08-29T03:33:13.875" v="429" actId="47"/>
        <pc:sldMkLst>
          <pc:docMk/>
          <pc:sldMk cId="637508267" sldId="264"/>
        </pc:sldMkLst>
      </pc:sldChg>
      <pc:sldChg chg="modSp mod">
        <pc:chgData name="sgowtham9002@gmail.com" userId="8fcd25784fe06dae" providerId="LiveId" clId="{636F156A-CC3A-4BFD-9343-5CCC2FDE06EB}" dt="2026-08-29T03:01:00.878" v="421" actId="1076"/>
        <pc:sldMkLst>
          <pc:docMk/>
          <pc:sldMk cId="1143054427" sldId="266"/>
        </pc:sldMkLst>
        <pc:picChg chg="mod">
          <ac:chgData name="sgowtham9002@gmail.com" userId="8fcd25784fe06dae" providerId="LiveId" clId="{636F156A-CC3A-4BFD-9343-5CCC2FDE06EB}" dt="2026-08-29T03:01:00.878" v="421" actId="1076"/>
          <ac:picMkLst>
            <pc:docMk/>
            <pc:sldMk cId="1143054427" sldId="266"/>
            <ac:picMk id="2" creationId="{00000000-0000-0000-0000-000000000000}"/>
          </ac:picMkLst>
        </pc:picChg>
      </pc:sldChg>
      <pc:sldChg chg="ord">
        <pc:chgData name="sgowtham9002@gmail.com" userId="8fcd25784fe06dae" providerId="LiveId" clId="{636F156A-CC3A-4BFD-9343-5CCC2FDE06EB}" dt="2026-08-25T04:37:22.144" v="416"/>
        <pc:sldMkLst>
          <pc:docMk/>
          <pc:sldMk cId="1040587627" sldId="267"/>
        </pc:sldMkLst>
      </pc:sldChg>
      <pc:sldChg chg="ord">
        <pc:chgData name="sgowtham9002@gmail.com" userId="8fcd25784fe06dae" providerId="LiveId" clId="{636F156A-CC3A-4BFD-9343-5CCC2FDE06EB}" dt="2026-08-29T03:33:44.874" v="432"/>
        <pc:sldMkLst>
          <pc:docMk/>
          <pc:sldMk cId="1680757696" sldId="269"/>
        </pc:sldMkLst>
      </pc:sldChg>
      <pc:sldChg chg="del">
        <pc:chgData name="sgowtham9002@gmail.com" userId="8fcd25784fe06dae" providerId="LiveId" clId="{636F156A-CC3A-4BFD-9343-5CCC2FDE06EB}" dt="2026-08-29T03:33:03.111" v="426" actId="47"/>
        <pc:sldMkLst>
          <pc:docMk/>
          <pc:sldMk cId="950427085" sldId="270"/>
        </pc:sldMkLst>
      </pc:sldChg>
      <pc:sldChg chg="del">
        <pc:chgData name="sgowtham9002@gmail.com" userId="8fcd25784fe06dae" providerId="LiveId" clId="{636F156A-CC3A-4BFD-9343-5CCC2FDE06EB}" dt="2026-08-29T03:32:59.155" v="425" actId="47"/>
        <pc:sldMkLst>
          <pc:docMk/>
          <pc:sldMk cId="499364226" sldId="271"/>
        </pc:sldMkLst>
      </pc:sldChg>
      <pc:sldChg chg="del">
        <pc:chgData name="sgowtham9002@gmail.com" userId="8fcd25784fe06dae" providerId="LiveId" clId="{636F156A-CC3A-4BFD-9343-5CCC2FDE06EB}" dt="2026-08-29T03:32:53.048" v="424" actId="47"/>
        <pc:sldMkLst>
          <pc:docMk/>
          <pc:sldMk cId="1922597791" sldId="279"/>
        </pc:sldMkLst>
      </pc:sldChg>
      <pc:sldChg chg="del">
        <pc:chgData name="sgowtham9002@gmail.com" userId="8fcd25784fe06dae" providerId="LiveId" clId="{636F156A-CC3A-4BFD-9343-5CCC2FDE06EB}" dt="2026-08-29T03:32:45.982" v="423" actId="47"/>
        <pc:sldMkLst>
          <pc:docMk/>
          <pc:sldMk cId="511594276" sldId="286"/>
        </pc:sldMkLst>
      </pc:sldChg>
      <pc:sldChg chg="modSp del mod">
        <pc:chgData name="sgowtham9002@gmail.com" userId="8fcd25784fe06dae" providerId="LiveId" clId="{636F156A-CC3A-4BFD-9343-5CCC2FDE06EB}" dt="2026-08-29T03:32:44.894" v="422" actId="47"/>
        <pc:sldMkLst>
          <pc:docMk/>
          <pc:sldMk cId="1291929711" sldId="287"/>
        </pc:sldMkLst>
      </pc:sldChg>
      <pc:sldChg chg="addSp delSp modSp new mod">
        <pc:chgData name="sgowtham9002@gmail.com" userId="8fcd25784fe06dae" providerId="LiveId" clId="{636F156A-CC3A-4BFD-9343-5CCC2FDE06EB}" dt="2026-08-25T04:36:34.358" v="413" actId="20577"/>
        <pc:sldMkLst>
          <pc:docMk/>
          <pc:sldMk cId="2424626608" sldId="288"/>
        </pc:sldMkLst>
        <pc:spChg chg="add mod">
          <ac:chgData name="sgowtham9002@gmail.com" userId="8fcd25784fe06dae" providerId="LiveId" clId="{636F156A-CC3A-4BFD-9343-5CCC2FDE06EB}" dt="2026-08-25T04:32:59.413" v="322" actId="20577"/>
          <ac:spMkLst>
            <pc:docMk/>
            <pc:sldMk cId="2424626608" sldId="288"/>
            <ac:spMk id="5" creationId="{55DF4EAE-CC42-6096-4E3C-30F742A11879}"/>
          </ac:spMkLst>
        </pc:spChg>
        <pc:spChg chg="add mod">
          <ac:chgData name="sgowtham9002@gmail.com" userId="8fcd25784fe06dae" providerId="LiveId" clId="{636F156A-CC3A-4BFD-9343-5CCC2FDE06EB}" dt="2026-08-25T04:36:34.358" v="413" actId="20577"/>
          <ac:spMkLst>
            <pc:docMk/>
            <pc:sldMk cId="2424626608" sldId="288"/>
            <ac:spMk id="10" creationId="{89810F61-35EF-5617-0079-EAF118974D2B}"/>
          </ac:spMkLst>
        </pc:spChg>
        <pc:spChg chg="add mod">
          <ac:chgData name="sgowtham9002@gmail.com" userId="8fcd25784fe06dae" providerId="LiveId" clId="{636F156A-CC3A-4BFD-9343-5CCC2FDE06EB}" dt="2026-08-25T04:32:41.110" v="320" actId="20577"/>
          <ac:spMkLst>
            <pc:docMk/>
            <pc:sldMk cId="2424626608" sldId="288"/>
            <ac:spMk id="12" creationId="{3D8995F7-6B18-E2E1-1CA0-F0F2F9ADF15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795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376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721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94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52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CF02-D35E-46A4-B7A1-1A2B81F8D932}" type="datetime1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807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082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557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943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309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1781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668027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4028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7238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6129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12942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168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0695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7423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  <p:sldLayoutId id="2147483855" r:id="rId12"/>
    <p:sldLayoutId id="2147483856" r:id="rId13"/>
    <p:sldLayoutId id="2147483857" r:id="rId14"/>
    <p:sldLayoutId id="2147483858" r:id="rId15"/>
    <p:sldLayoutId id="2147483859" r:id="rId16"/>
    <p:sldLayoutId id="2147483860" r:id="rId17"/>
    <p:sldLayoutId id="2147483861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5DF4EAE-CC42-6096-4E3C-30F742A11879}"/>
              </a:ext>
            </a:extLst>
          </p:cNvPr>
          <p:cNvSpPr txBox="1"/>
          <p:nvPr/>
        </p:nvSpPr>
        <p:spPr>
          <a:xfrm>
            <a:off x="894735" y="1120877"/>
            <a:ext cx="538641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COMPUTER NETWORK</a:t>
            </a:r>
          </a:p>
          <a:p>
            <a:r>
              <a:rPr lang="en-US" sz="4000" b="1" dirty="0"/>
              <a:t>CAPSTONE PROJECT</a:t>
            </a:r>
          </a:p>
          <a:p>
            <a:r>
              <a:rPr lang="en-US" sz="3200" b="1" dirty="0"/>
              <a:t>GUIDED BY : KUMARN .G</a:t>
            </a:r>
          </a:p>
          <a:p>
            <a:endParaRPr lang="en-IN" sz="3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810F61-35EF-5617-0079-EAF118974D2B}"/>
              </a:ext>
            </a:extLst>
          </p:cNvPr>
          <p:cNvSpPr txBox="1"/>
          <p:nvPr/>
        </p:nvSpPr>
        <p:spPr>
          <a:xfrm>
            <a:off x="6281147" y="3539613"/>
            <a:ext cx="616494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TEAM MEAMBERS</a:t>
            </a:r>
          </a:p>
          <a:p>
            <a:r>
              <a:rPr lang="en-US" sz="3200" dirty="0"/>
              <a:t>RAHUL .N        -1921260036</a:t>
            </a:r>
          </a:p>
          <a:p>
            <a:r>
              <a:rPr lang="en-US" sz="3200" dirty="0"/>
              <a:t>GAUTHAM      -1925260007</a:t>
            </a:r>
          </a:p>
          <a:p>
            <a:r>
              <a:rPr lang="en-US" sz="3200" dirty="0"/>
              <a:t>GOWTHAM .S -1971260007</a:t>
            </a:r>
          </a:p>
          <a:p>
            <a:r>
              <a:rPr lang="en-US" sz="3200" dirty="0"/>
              <a:t>KRISHNA. M     -1924260154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8995F7-6B18-E2E1-1CA0-F0F2F9ADF151}"/>
              </a:ext>
            </a:extLst>
          </p:cNvPr>
          <p:cNvSpPr txBox="1"/>
          <p:nvPr/>
        </p:nvSpPr>
        <p:spPr>
          <a:xfrm>
            <a:off x="3008671" y="403123"/>
            <a:ext cx="40543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SIMATS ENEGINEERING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424626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985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19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905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364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1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843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508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130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-108155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054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587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837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757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960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320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456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7771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000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434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6001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96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751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3692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757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2148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4977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53</TotalTime>
  <Words>32</Words>
  <Application>Microsoft Office PowerPoint</Application>
  <DocSecurity>0</DocSecurity>
  <PresentationFormat>Widescreen</PresentationFormat>
  <Paragraphs>9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Calibri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sgowtham9002@gmail.com</cp:lastModifiedBy>
  <cp:revision>1</cp:revision>
  <dcterms:created xsi:type="dcterms:W3CDTF">2026-08-25T04:15:53Z</dcterms:created>
  <dcterms:modified xsi:type="dcterms:W3CDTF">2026-08-29T03:33:53Z</dcterms:modified>
</cp:coreProperties>
</file>